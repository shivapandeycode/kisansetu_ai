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🌾 Kisan-Setu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C107"/>
                </a:solidFill>
              </a:defRPr>
            </a:pPr>
            <a:r>
              <a:t>Smart Crop Insurance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43A047"/>
                </a:solidFill>
              </a:defRPr>
            </a:pPr>
            <a:r>
              <a:t>Helping Farmers, Protecting Futures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 is Kisan-Setu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AI-powered crop damage assessment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Automated insurance claim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Real-time satellite NDVI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Geo-tagged farm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Instant claim 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📸 Live Farm Photo Capture - Verify crop damage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🛰️ Satellite Damage Analysis - AI-powered NDVI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⚡ Instant Results - Approval within seconds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💰 Direct Payout - Instant bank transfer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📱 Mobile Friendly - Easy farmer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Claim Process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1️⃣ Enter Aadhaar/PAN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2️⃣ Upload clear photo of damaged crops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3️⃣ AI verifies Bhulekh &amp; geolocation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4️⃣ Satellite NDVI analysis for damage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5️⃣ Instant approval/rejection with reasons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Benefits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💚 Reduces corruption - Fully automated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⏱️ Saves time - No paperwork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🤝 Fair assessment - AI-powered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📊 Transparent - Detailed explanations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🚀 Fast payout - Direct bank transfer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Districts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🏛️ Lucknow District - Multiple Tehsils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• Mohanlalganj Tehsil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• Sadar (Lucknow) Tehsil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   • Malihabad Tehsil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📈 Coverage expanding to more districts soon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Supported Crops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🌾 Wheat &amp; Rice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🌽 Maize &amp; Pulses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🥬 Vegetables &amp; Fruits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🌻 Oilseeds &amp; Cash Crops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✅ More crops being added regularly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Documents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Aadhaar Card / PAN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Clear photo of damaged farm (geotag enabled)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Khasra/Khata number from Bhulekh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Bank account details (for payout)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✓ Contact number for verification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Claim Rejection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❌ Photo location mismatch (outside farm boundary)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❌ Aadhaar vs Bhulekh name mismatch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❌ Damage below threshold (&lt;30%)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❌ Blurry/unclear photos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❌ Already claimed for this season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Our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📊 128 Total Claims Processed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✅ 102 Claims Approved (79.7% success rate)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❌ 26 Claims Rejected (with reasons)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💰 ₹15,25,000 Total Payout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😊 10,000+ Happy Farmers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Get Started Now!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1. Click 'Proceed to Claim Form' below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2. Enter your Aadhaar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3. Upload a clear farm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4. Get instant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5. Receive payout in your bank account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400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Support &amp; Contact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97280"/>
            <a:ext cx="365760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📞 Helpline: 1800-KISAN-SETU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📧 Email: support@kisansetu.gov.in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🌐 Website: www.kisansetu.gov.in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💬 WhatsApp Support: Available 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C3E50"/>
                </a:solidFill>
              </a:defRPr>
            </a:pPr>
            <a:r>
              <a:t>🏢 Visit: Your nearest Tehsil Office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